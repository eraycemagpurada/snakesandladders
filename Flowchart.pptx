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365850" y="0"/>
            <a:ext cx="999600" cy="35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55" name="Shape 55"/>
          <p:cNvSpPr/>
          <p:nvPr/>
        </p:nvSpPr>
        <p:spPr>
          <a:xfrm>
            <a:off x="97800" y="2177100"/>
            <a:ext cx="1535700" cy="956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Does the user want to play the game?</a:t>
            </a:r>
            <a:endParaRPr sz="900"/>
          </a:p>
        </p:txBody>
      </p:sp>
      <p:sp>
        <p:nvSpPr>
          <p:cNvPr id="56" name="Shape 56"/>
          <p:cNvSpPr/>
          <p:nvPr/>
        </p:nvSpPr>
        <p:spPr>
          <a:xfrm>
            <a:off x="3706275" y="394850"/>
            <a:ext cx="1731300" cy="49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OUTPUT - “Player 1 Wins!”  </a:t>
            </a:r>
            <a:endParaRPr sz="700"/>
          </a:p>
        </p:txBody>
      </p:sp>
      <p:sp>
        <p:nvSpPr>
          <p:cNvPr id="57" name="Shape 57"/>
          <p:cNvSpPr/>
          <p:nvPr/>
        </p:nvSpPr>
        <p:spPr>
          <a:xfrm>
            <a:off x="0" y="633900"/>
            <a:ext cx="1731300" cy="49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INPUT</a:t>
            </a:r>
            <a:r>
              <a:rPr lang="en" sz="700"/>
              <a:t> - “Do you want to play Snakes and Ladders?” - User enters either Yes or No </a:t>
            </a:r>
            <a:endParaRPr sz="700"/>
          </a:p>
        </p:txBody>
      </p:sp>
      <p:sp>
        <p:nvSpPr>
          <p:cNvPr id="58" name="Shape 58"/>
          <p:cNvSpPr/>
          <p:nvPr/>
        </p:nvSpPr>
        <p:spPr>
          <a:xfrm>
            <a:off x="1825850" y="0"/>
            <a:ext cx="999600" cy="35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59" name="Shape 59"/>
          <p:cNvCxnSpPr>
            <a:stCxn id="55" idx="3"/>
            <a:endCxn id="58" idx="4"/>
          </p:cNvCxnSpPr>
          <p:nvPr/>
        </p:nvCxnSpPr>
        <p:spPr>
          <a:xfrm flipH="1" rot="10800000">
            <a:off x="1633500" y="355050"/>
            <a:ext cx="692100" cy="2300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Shape 60"/>
          <p:cNvCxnSpPr>
            <a:stCxn id="57" idx="4"/>
            <a:endCxn id="61" idx="0"/>
          </p:cNvCxnSpPr>
          <p:nvPr/>
        </p:nvCxnSpPr>
        <p:spPr>
          <a:xfrm>
            <a:off x="865650" y="1126500"/>
            <a:ext cx="0" cy="2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Shape 62"/>
          <p:cNvCxnSpPr>
            <a:stCxn id="54" idx="4"/>
            <a:endCxn id="57" idx="0"/>
          </p:cNvCxnSpPr>
          <p:nvPr/>
        </p:nvCxnSpPr>
        <p:spPr>
          <a:xfrm>
            <a:off x="865650" y="354900"/>
            <a:ext cx="0" cy="2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Shape 63"/>
          <p:cNvSpPr txBox="1"/>
          <p:nvPr/>
        </p:nvSpPr>
        <p:spPr>
          <a:xfrm>
            <a:off x="1796700" y="2296450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336750" y="3143950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206400" y="14055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Lowercase Input</a:t>
            </a:r>
            <a:endParaRPr sz="700"/>
          </a:p>
        </p:txBody>
      </p:sp>
      <p:sp>
        <p:nvSpPr>
          <p:cNvPr id="65" name="Shape 65"/>
          <p:cNvSpPr/>
          <p:nvPr/>
        </p:nvSpPr>
        <p:spPr>
          <a:xfrm>
            <a:off x="1908900" y="44157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Computer randomly chooses a number between 1 and 12</a:t>
            </a:r>
            <a:endParaRPr sz="700"/>
          </a:p>
        </p:txBody>
      </p:sp>
      <p:cxnSp>
        <p:nvCxnSpPr>
          <p:cNvPr id="66" name="Shape 66"/>
          <p:cNvCxnSpPr>
            <a:stCxn id="61" idx="2"/>
            <a:endCxn id="55" idx="0"/>
          </p:cNvCxnSpPr>
          <p:nvPr/>
        </p:nvCxnSpPr>
        <p:spPr>
          <a:xfrm>
            <a:off x="865650" y="1956000"/>
            <a:ext cx="0" cy="2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Shape 67"/>
          <p:cNvCxnSpPr>
            <a:stCxn id="55" idx="2"/>
            <a:endCxn id="68" idx="0"/>
          </p:cNvCxnSpPr>
          <p:nvPr/>
        </p:nvCxnSpPr>
        <p:spPr>
          <a:xfrm>
            <a:off x="865650" y="313320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Shape 69"/>
          <p:cNvSpPr/>
          <p:nvPr/>
        </p:nvSpPr>
        <p:spPr>
          <a:xfrm>
            <a:off x="206400" y="44157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Players start off on position 0</a:t>
            </a:r>
            <a:endParaRPr sz="700"/>
          </a:p>
        </p:txBody>
      </p:sp>
      <p:cxnSp>
        <p:nvCxnSpPr>
          <p:cNvPr id="70" name="Shape 70"/>
          <p:cNvCxnSpPr>
            <a:stCxn id="69" idx="3"/>
            <a:endCxn id="65" idx="1"/>
          </p:cNvCxnSpPr>
          <p:nvPr/>
        </p:nvCxnSpPr>
        <p:spPr>
          <a:xfrm>
            <a:off x="1524900" y="4690950"/>
            <a:ext cx="38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Shape 71"/>
          <p:cNvSpPr/>
          <p:nvPr/>
        </p:nvSpPr>
        <p:spPr>
          <a:xfrm>
            <a:off x="1908900" y="34992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Increment current player position by randomly chosen number</a:t>
            </a:r>
            <a:endParaRPr sz="700"/>
          </a:p>
        </p:txBody>
      </p:sp>
      <p:cxnSp>
        <p:nvCxnSpPr>
          <p:cNvPr id="72" name="Shape 72"/>
          <p:cNvCxnSpPr>
            <a:stCxn id="65" idx="0"/>
            <a:endCxn id="71" idx="2"/>
          </p:cNvCxnSpPr>
          <p:nvPr/>
        </p:nvCxnSpPr>
        <p:spPr>
          <a:xfrm rot="10800000">
            <a:off x="2568150" y="404970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Shape 73"/>
          <p:cNvSpPr/>
          <p:nvPr/>
        </p:nvSpPr>
        <p:spPr>
          <a:xfrm>
            <a:off x="3804150" y="3296400"/>
            <a:ext cx="1535700" cy="956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Does the current player position have a Snake?</a:t>
            </a:r>
            <a:endParaRPr sz="700"/>
          </a:p>
        </p:txBody>
      </p:sp>
      <p:sp>
        <p:nvSpPr>
          <p:cNvPr id="68" name="Shape 68"/>
          <p:cNvSpPr/>
          <p:nvPr/>
        </p:nvSpPr>
        <p:spPr>
          <a:xfrm>
            <a:off x="206400" y="34992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Player 1 starts first</a:t>
            </a:r>
            <a:endParaRPr sz="700"/>
          </a:p>
        </p:txBody>
      </p:sp>
      <p:cxnSp>
        <p:nvCxnSpPr>
          <p:cNvPr id="74" name="Shape 74"/>
          <p:cNvCxnSpPr>
            <a:stCxn id="68" idx="2"/>
            <a:endCxn id="69" idx="0"/>
          </p:cNvCxnSpPr>
          <p:nvPr/>
        </p:nvCxnSpPr>
        <p:spPr>
          <a:xfrm>
            <a:off x="865650" y="404970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Shape 75"/>
          <p:cNvSpPr txBox="1"/>
          <p:nvPr/>
        </p:nvSpPr>
        <p:spPr>
          <a:xfrm>
            <a:off x="3944725" y="2919600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426400" y="3875700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cxnSp>
        <p:nvCxnSpPr>
          <p:cNvPr id="77" name="Shape 77"/>
          <p:cNvCxnSpPr>
            <a:stCxn id="71" idx="3"/>
            <a:endCxn id="73" idx="1"/>
          </p:cNvCxnSpPr>
          <p:nvPr/>
        </p:nvCxnSpPr>
        <p:spPr>
          <a:xfrm>
            <a:off x="3227400" y="3774450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Shape 78"/>
          <p:cNvSpPr/>
          <p:nvPr/>
        </p:nvSpPr>
        <p:spPr>
          <a:xfrm>
            <a:off x="3895975" y="23799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Decrement current player position accordingly</a:t>
            </a:r>
            <a:endParaRPr sz="700"/>
          </a:p>
        </p:txBody>
      </p:sp>
      <p:cxnSp>
        <p:nvCxnSpPr>
          <p:cNvPr id="79" name="Shape 79"/>
          <p:cNvCxnSpPr>
            <a:stCxn id="73" idx="0"/>
            <a:endCxn id="78" idx="2"/>
          </p:cNvCxnSpPr>
          <p:nvPr/>
        </p:nvCxnSpPr>
        <p:spPr>
          <a:xfrm rot="10800000">
            <a:off x="4555200" y="2930400"/>
            <a:ext cx="1680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Shape 80"/>
          <p:cNvSpPr/>
          <p:nvPr/>
        </p:nvSpPr>
        <p:spPr>
          <a:xfrm>
            <a:off x="5916600" y="3296400"/>
            <a:ext cx="1535700" cy="956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Does the current player position have a Ladder?</a:t>
            </a:r>
            <a:endParaRPr sz="700"/>
          </a:p>
        </p:txBody>
      </p:sp>
      <p:sp>
        <p:nvSpPr>
          <p:cNvPr id="81" name="Shape 81"/>
          <p:cNvSpPr txBox="1"/>
          <p:nvPr/>
        </p:nvSpPr>
        <p:spPr>
          <a:xfrm>
            <a:off x="7476450" y="1684300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82" name="Shape 82"/>
          <p:cNvSpPr/>
          <p:nvPr/>
        </p:nvSpPr>
        <p:spPr>
          <a:xfrm>
            <a:off x="6025200" y="23799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Increment </a:t>
            </a:r>
            <a:r>
              <a:rPr lang="en" sz="700"/>
              <a:t>current player position accordingly</a:t>
            </a:r>
            <a:endParaRPr sz="700"/>
          </a:p>
        </p:txBody>
      </p:sp>
      <p:cxnSp>
        <p:nvCxnSpPr>
          <p:cNvPr id="83" name="Shape 83"/>
          <p:cNvCxnSpPr>
            <a:endCxn id="80" idx="1"/>
          </p:cNvCxnSpPr>
          <p:nvPr/>
        </p:nvCxnSpPr>
        <p:spPr>
          <a:xfrm>
            <a:off x="5339700" y="3774450"/>
            <a:ext cx="5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Shape 84"/>
          <p:cNvCxnSpPr>
            <a:stCxn id="80" idx="0"/>
            <a:endCxn id="82" idx="2"/>
          </p:cNvCxnSpPr>
          <p:nvPr/>
        </p:nvCxnSpPr>
        <p:spPr>
          <a:xfrm rot="10800000">
            <a:off x="6684450" y="2930400"/>
            <a:ext cx="0" cy="3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Shape 85"/>
          <p:cNvSpPr/>
          <p:nvPr/>
        </p:nvSpPr>
        <p:spPr>
          <a:xfrm>
            <a:off x="5916675" y="1155625"/>
            <a:ext cx="1535700" cy="956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Current player position Over 99?</a:t>
            </a:r>
            <a:endParaRPr sz="700"/>
          </a:p>
        </p:txBody>
      </p:sp>
      <p:cxnSp>
        <p:nvCxnSpPr>
          <p:cNvPr id="86" name="Shape 86"/>
          <p:cNvCxnSpPr>
            <a:stCxn id="78" idx="0"/>
            <a:endCxn id="85" idx="2"/>
          </p:cNvCxnSpPr>
          <p:nvPr/>
        </p:nvCxnSpPr>
        <p:spPr>
          <a:xfrm rot="-5400000">
            <a:off x="5485825" y="1181100"/>
            <a:ext cx="268200" cy="21294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Shape 87"/>
          <p:cNvCxnSpPr>
            <a:stCxn id="82" idx="0"/>
            <a:endCxn id="85" idx="2"/>
          </p:cNvCxnSpPr>
          <p:nvPr/>
        </p:nvCxnSpPr>
        <p:spPr>
          <a:xfrm rot="-5400000">
            <a:off x="6550650" y="2245500"/>
            <a:ext cx="268200" cy="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Shape 88"/>
          <p:cNvSpPr txBox="1"/>
          <p:nvPr/>
        </p:nvSpPr>
        <p:spPr>
          <a:xfrm>
            <a:off x="6784850" y="2869075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3803925" y="1155625"/>
            <a:ext cx="1535700" cy="9561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Player 1 turn?</a:t>
            </a:r>
            <a:endParaRPr sz="700"/>
          </a:p>
        </p:txBody>
      </p:sp>
      <p:sp>
        <p:nvSpPr>
          <p:cNvPr id="90" name="Shape 90"/>
          <p:cNvSpPr/>
          <p:nvPr/>
        </p:nvSpPr>
        <p:spPr>
          <a:xfrm>
            <a:off x="5818725" y="394850"/>
            <a:ext cx="1731300" cy="49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OUTPUT - “Player 2 Wins!”  </a:t>
            </a:r>
            <a:endParaRPr sz="700"/>
          </a:p>
        </p:txBody>
      </p:sp>
      <p:cxnSp>
        <p:nvCxnSpPr>
          <p:cNvPr id="91" name="Shape 91"/>
          <p:cNvCxnSpPr>
            <a:stCxn id="56" idx="0"/>
            <a:endCxn id="58" idx="6"/>
          </p:cNvCxnSpPr>
          <p:nvPr/>
        </p:nvCxnSpPr>
        <p:spPr>
          <a:xfrm flipH="1" rot="5400000">
            <a:off x="3589875" y="-587200"/>
            <a:ext cx="217500" cy="1746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Shape 92"/>
          <p:cNvCxnSpPr>
            <a:stCxn id="90" idx="0"/>
            <a:endCxn id="58" idx="6"/>
          </p:cNvCxnSpPr>
          <p:nvPr/>
        </p:nvCxnSpPr>
        <p:spPr>
          <a:xfrm flipH="1" rot="5400000">
            <a:off x="4646175" y="-1643350"/>
            <a:ext cx="217500" cy="385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Shape 93"/>
          <p:cNvCxnSpPr>
            <a:stCxn id="89" idx="0"/>
            <a:endCxn id="56" idx="4"/>
          </p:cNvCxnSpPr>
          <p:nvPr/>
        </p:nvCxnSpPr>
        <p:spPr>
          <a:xfrm flipH="1" rot="10800000">
            <a:off x="4571775" y="887425"/>
            <a:ext cx="300" cy="2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Shape 94"/>
          <p:cNvSpPr txBox="1"/>
          <p:nvPr/>
        </p:nvSpPr>
        <p:spPr>
          <a:xfrm>
            <a:off x="5363700" y="1684288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cxnSp>
        <p:nvCxnSpPr>
          <p:cNvPr id="95" name="Shape 95"/>
          <p:cNvCxnSpPr>
            <a:stCxn id="85" idx="1"/>
            <a:endCxn id="89" idx="3"/>
          </p:cNvCxnSpPr>
          <p:nvPr/>
        </p:nvCxnSpPr>
        <p:spPr>
          <a:xfrm rot="10800000">
            <a:off x="5339475" y="1633675"/>
            <a:ext cx="5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Shape 96"/>
          <p:cNvSpPr txBox="1"/>
          <p:nvPr/>
        </p:nvSpPr>
        <p:spPr>
          <a:xfrm>
            <a:off x="4026288" y="887413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cxnSp>
        <p:nvCxnSpPr>
          <p:cNvPr id="97" name="Shape 97"/>
          <p:cNvCxnSpPr>
            <a:stCxn id="89" idx="0"/>
            <a:endCxn id="90" idx="4"/>
          </p:cNvCxnSpPr>
          <p:nvPr/>
        </p:nvCxnSpPr>
        <p:spPr>
          <a:xfrm rot="-5400000">
            <a:off x="5493975" y="-34775"/>
            <a:ext cx="268200" cy="2112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Shape 98"/>
          <p:cNvSpPr txBox="1"/>
          <p:nvPr/>
        </p:nvSpPr>
        <p:spPr>
          <a:xfrm>
            <a:off x="5363700" y="956475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99" name="Shape 99"/>
          <p:cNvSpPr/>
          <p:nvPr/>
        </p:nvSpPr>
        <p:spPr>
          <a:xfrm>
            <a:off x="6025125" y="4415700"/>
            <a:ext cx="1318500" cy="55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Switch Players</a:t>
            </a:r>
            <a:endParaRPr sz="700"/>
          </a:p>
        </p:txBody>
      </p:sp>
      <p:sp>
        <p:nvSpPr>
          <p:cNvPr id="100" name="Shape 100"/>
          <p:cNvSpPr/>
          <p:nvPr/>
        </p:nvSpPr>
        <p:spPr>
          <a:xfrm>
            <a:off x="3689563" y="4444650"/>
            <a:ext cx="1731300" cy="492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OUTP</a:t>
            </a:r>
            <a:r>
              <a:rPr lang="en" sz="700"/>
              <a:t>UT - Which Player’s turn it is </a:t>
            </a:r>
            <a:endParaRPr sz="700"/>
          </a:p>
        </p:txBody>
      </p:sp>
      <p:cxnSp>
        <p:nvCxnSpPr>
          <p:cNvPr id="101" name="Shape 101"/>
          <p:cNvCxnSpPr>
            <a:stCxn id="85" idx="3"/>
            <a:endCxn id="99" idx="3"/>
          </p:cNvCxnSpPr>
          <p:nvPr/>
        </p:nvCxnSpPr>
        <p:spPr>
          <a:xfrm flipH="1">
            <a:off x="7343475" y="1633675"/>
            <a:ext cx="108900" cy="3057300"/>
          </a:xfrm>
          <a:prstGeom prst="bentConnector3">
            <a:avLst>
              <a:gd fmla="val -5340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Shape 102"/>
          <p:cNvCxnSpPr>
            <a:stCxn id="100" idx="5"/>
            <a:endCxn id="65" idx="3"/>
          </p:cNvCxnSpPr>
          <p:nvPr/>
        </p:nvCxnSpPr>
        <p:spPr>
          <a:xfrm rot="10800000">
            <a:off x="3227338" y="4690950"/>
            <a:ext cx="52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Shape 103"/>
          <p:cNvCxnSpPr>
            <a:endCxn id="100" idx="2"/>
          </p:cNvCxnSpPr>
          <p:nvPr/>
        </p:nvCxnSpPr>
        <p:spPr>
          <a:xfrm rot="10800000">
            <a:off x="5359288" y="4690950"/>
            <a:ext cx="66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Shape 104"/>
          <p:cNvCxnSpPr>
            <a:stCxn id="80" idx="2"/>
            <a:endCxn id="99" idx="0"/>
          </p:cNvCxnSpPr>
          <p:nvPr/>
        </p:nvCxnSpPr>
        <p:spPr>
          <a:xfrm>
            <a:off x="6684450" y="4252500"/>
            <a:ext cx="0" cy="16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Shape 105"/>
          <p:cNvSpPr txBox="1"/>
          <p:nvPr/>
        </p:nvSpPr>
        <p:spPr>
          <a:xfrm>
            <a:off x="6684450" y="4115075"/>
            <a:ext cx="528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